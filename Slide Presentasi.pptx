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3ee5c2079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3ee5c2079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3ee5c2079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3ee5c2079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3ee5c207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3ee5c207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3ee5c2079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3ee5c2079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3ee5c2079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3ee5c2079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3ee5c2079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3ee5c2079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3ee5c2079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3ee5c2079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3ee5c2079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3ee5c2079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3ee5c2079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3ee5c2079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3ee5c2079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3ee5c2079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3ee5c2079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3ee5c2079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3ee5c2079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3ee5c2079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Relationship Id="rId4" Type="http://schemas.openxmlformats.org/officeDocument/2006/relationships/image" Target="../media/image11.gif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anti renderer menjadi animate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744139" y="3372254"/>
            <a:ext cx="4039200" cy="20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500">
                <a:solidFill>
                  <a:srgbClr val="00FFFF"/>
                </a:solidFill>
              </a:rPr>
              <a:t>Kelompok 21:</a:t>
            </a:r>
            <a:endParaRPr sz="1500">
              <a:solidFill>
                <a:srgbClr val="00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500">
                <a:solidFill>
                  <a:schemeClr val="lt1"/>
                </a:solidFill>
              </a:rPr>
              <a:t>Perry Tjahya			</a:t>
            </a:r>
            <a:r>
              <a:rPr lang="id" sz="1500">
                <a:solidFill>
                  <a:schemeClr val="lt1"/>
                </a:solidFill>
              </a:rPr>
              <a:t>2406409965	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500">
                <a:solidFill>
                  <a:schemeClr val="lt1"/>
                </a:solidFill>
              </a:rPr>
              <a:t>Sutan Rendy Rizaldi		</a:t>
            </a:r>
            <a:r>
              <a:rPr lang="id" sz="1500">
                <a:solidFill>
                  <a:schemeClr val="lt1"/>
                </a:solidFill>
              </a:rPr>
              <a:t>2406434626	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500">
                <a:solidFill>
                  <a:schemeClr val="lt1"/>
                </a:solidFill>
              </a:rPr>
              <a:t>Muhammad Dhiya'ulhaq	</a:t>
            </a:r>
            <a:r>
              <a:rPr lang="id" sz="1500">
                <a:solidFill>
                  <a:schemeClr val="lt1"/>
                </a:solidFill>
              </a:rPr>
              <a:t>2406356782	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500">
                <a:solidFill>
                  <a:schemeClr val="lt1"/>
                </a:solidFill>
              </a:rPr>
              <a:t>Vincenzo Fabian Tisila	</a:t>
            </a:r>
            <a:r>
              <a:rPr lang="id" sz="1500">
                <a:solidFill>
                  <a:schemeClr val="lt1"/>
                </a:solidFill>
              </a:rPr>
              <a:t>2406354215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500">
                <a:solidFill>
                  <a:srgbClr val="00FFFF"/>
                </a:solidFill>
              </a:rPr>
              <a:t>Asisten Lab: Jesaya David (JD)	</a:t>
            </a:r>
            <a:endParaRPr sz="1500">
              <a:solidFill>
                <a:srgbClr val="00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ercantik slide ini"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8613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ercantik slide ini"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ercantik slide ini" id="70" name="Google Shape;7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ercantik slide ini, jangan ubah kata-katanya." id="75" name="Google Shape;7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ercantik slide ini" id="80" name="Google Shape;8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ercantik slide ini" id="85" name="Google Shape;8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ercantik slide ini" id="90" name="Google Shape;9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ercantik slide ini" id="95" name="Google Shape;9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" y="20061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ercantik slide ini" id="100" name="Google Shape;10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" y="20061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ercantik" id="105" name="Google Shape;10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3" title="ezgif.com-animated-gif-maker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3725" y="1323150"/>
            <a:ext cx="6556550" cy="327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ercantik slide ini" id="111" name="Google Shape;11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